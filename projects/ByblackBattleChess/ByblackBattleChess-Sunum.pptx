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400" b="1">
                <a:solidFill>
                  <a:srgbClr val="50CDD3"/>
                </a:solidFill>
                <a:latin typeface="Aptos"/>
              </a:defRPr>
            </a:pPr>
            <a:r>
              <a:t>BYBLACK BATTLE CHESS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 b="0">
                <a:solidFill>
                  <a:srgbClr val="EBF0F6"/>
                </a:solidFill>
                <a:latin typeface="Aptos"/>
              </a:defRPr>
            </a:pPr>
            <a:r>
              <a:t>Android • Termux • 3B satranç</a:t>
            </a:r>
          </a:p>
          <a:p>
            <a:pPr>
              <a:spcAft>
                <a:spcPts val="1600"/>
              </a:spcAft>
              <a:defRPr sz="2200" b="0">
                <a:solidFill>
                  <a:srgbClr val="EBF0F6"/>
                </a:solidFill>
                <a:latin typeface="Aptos"/>
              </a:defRPr>
            </a:pPr>
            <a:r>
              <a:t>GitHub proje tanıtımı ve kurulum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73952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000" b="0">
                <a:solidFill>
                  <a:srgbClr val="96A2B1"/>
                </a:solidFill>
                <a:latin typeface="Aptos"/>
              </a:defRPr>
            </a:pPr>
            <a:r>
              <a:t>BYBLACK  •  GITHUB PRESENTATION  •  01/09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400" b="1">
                <a:solidFill>
                  <a:srgbClr val="50CDD3"/>
                </a:solidFill>
                <a:latin typeface="Aptos"/>
              </a:defRPr>
            </a:pPr>
            <a:r>
              <a:t>Projenin amacı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 b="0">
                <a:solidFill>
                  <a:srgbClr val="EBF0F6"/>
                </a:solidFill>
                <a:latin typeface="Aptos"/>
              </a:defRPr>
            </a:pPr>
            <a:r>
              <a:t>Mobilde 3B satranç deneyimi</a:t>
            </a:r>
          </a:p>
          <a:p>
            <a:pPr>
              <a:spcAft>
                <a:spcPts val="1600"/>
              </a:spcAft>
              <a:defRPr sz="2200" b="0">
                <a:solidFill>
                  <a:srgbClr val="EBF0F6"/>
                </a:solidFill>
                <a:latin typeface="Aptos"/>
              </a:defRPr>
            </a:pPr>
            <a:r>
              <a:t>Taş alma sırasında savaş animasyonu</a:t>
            </a:r>
          </a:p>
          <a:p>
            <a:pPr>
              <a:spcAft>
                <a:spcPts val="1600"/>
              </a:spcAft>
              <a:defRPr sz="2200" b="0">
                <a:solidFill>
                  <a:srgbClr val="EBF0F6"/>
                </a:solidFill>
                <a:latin typeface="Aptos"/>
              </a:defRPr>
            </a:pPr>
            <a:r>
              <a:t>Tek telefon üzerinde Termux ile APK derleme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73952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000" b="0">
                <a:solidFill>
                  <a:srgbClr val="96A2B1"/>
                </a:solidFill>
                <a:latin typeface="Aptos"/>
              </a:defRPr>
            </a:pPr>
            <a:r>
              <a:t>BYBLACK  •  GITHUB PRESENTATION  •  02/09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400" b="1">
                <a:solidFill>
                  <a:srgbClr val="50CDD3"/>
                </a:solidFill>
                <a:latin typeface="Aptos"/>
              </a:defRPr>
            </a:pPr>
            <a:r>
              <a:t>Oyun ve özellikler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 b="0">
                <a:solidFill>
                  <a:srgbClr val="EBF0F6"/>
                </a:solidFill>
                <a:latin typeface="Aptos"/>
              </a:defRPr>
            </a:pPr>
            <a:r>
              <a:t>Java + OpenGL ES 2.0</a:t>
            </a:r>
          </a:p>
          <a:p>
            <a:pPr>
              <a:spcAft>
                <a:spcPts val="1600"/>
              </a:spcAft>
              <a:defRPr sz="2200" b="0">
                <a:solidFill>
                  <a:srgbClr val="EBF0F6"/>
                </a:solidFill>
                <a:latin typeface="Aptos"/>
              </a:defRPr>
            </a:pPr>
            <a:r>
              <a:t>Yeni oyun • 2 kişi • CPU kolay/orta/zor</a:t>
            </a:r>
          </a:p>
          <a:p>
            <a:pPr>
              <a:spcAft>
                <a:spcPts val="1600"/>
              </a:spcAft>
              <a:defRPr sz="2200" b="0">
                <a:solidFill>
                  <a:srgbClr val="EBF0F6"/>
                </a:solidFill>
                <a:latin typeface="Aptos"/>
              </a:defRPr>
            </a:pPr>
            <a:r>
              <a:t>Kayıt / yükleme • 3B arena</a:t>
            </a:r>
          </a:p>
          <a:p>
            <a:pPr>
              <a:spcAft>
                <a:spcPts val="1600"/>
              </a:spcAft>
              <a:defRPr sz="2200" b="0">
                <a:solidFill>
                  <a:srgbClr val="EBF0F6"/>
                </a:solidFill>
                <a:latin typeface="Aptos"/>
              </a:defRPr>
            </a:pPr>
            <a:r>
              <a:t>V132 kaynak adayından derleme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73952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000" b="0">
                <a:solidFill>
                  <a:srgbClr val="96A2B1"/>
                </a:solidFill>
                <a:latin typeface="Aptos"/>
              </a:defRPr>
            </a:pPr>
            <a:r>
              <a:t>BYBLACK  •  GITHUB PRESENTATION  •  03/09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400" b="1">
                <a:solidFill>
                  <a:srgbClr val="50CDD3"/>
                </a:solidFill>
                <a:latin typeface="Aptos"/>
              </a:defRPr>
            </a:pPr>
            <a:r>
              <a:t>İlham kaynakları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 b="0">
                <a:solidFill>
                  <a:srgbClr val="EBF0F6"/>
                </a:solidFill>
                <a:latin typeface="Aptos"/>
              </a:defRPr>
            </a:pPr>
            <a:r>
              <a:t>Eski Pocket PC / Windows Mobile animasyonlu satranç</a:t>
            </a:r>
          </a:p>
          <a:p>
            <a:pPr>
              <a:spcAft>
                <a:spcPts val="1600"/>
              </a:spcAft>
              <a:defRPr sz="2200" b="0">
                <a:solidFill>
                  <a:srgbClr val="EBF0F6"/>
                </a:solidFill>
                <a:latin typeface="Aptos"/>
              </a:defRPr>
            </a:pPr>
            <a:r>
              <a:t>Chesscapade/CAB videosu görsel referans</a:t>
            </a:r>
          </a:p>
          <a:p>
            <a:pPr>
              <a:spcAft>
                <a:spcPts val="1600"/>
              </a:spcAft>
              <a:defRPr sz="2200" b="0">
                <a:solidFill>
                  <a:srgbClr val="EBF0F6"/>
                </a:solidFill>
                <a:latin typeface="Aptos"/>
              </a:defRPr>
            </a:pPr>
            <a:r>
              <a:t>Orijinal oyunun kodu veya varlıkları alındı denemez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73952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000" b="0">
                <a:solidFill>
                  <a:srgbClr val="96A2B1"/>
                </a:solidFill>
                <a:latin typeface="Aptos"/>
              </a:defRPr>
            </a:pPr>
            <a:r>
              <a:t>BYBLACK  •  GITHUB PRESENTATION  •  04/09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400" b="1">
                <a:solidFill>
                  <a:srgbClr val="50CDD3"/>
                </a:solidFill>
                <a:latin typeface="Aptos"/>
              </a:defRPr>
            </a:pPr>
            <a:r>
              <a:t>Karakter ve varlık şeffaflığı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 b="0">
                <a:solidFill>
                  <a:srgbClr val="EBF0F6"/>
                </a:solidFill>
                <a:latin typeface="Aptos"/>
              </a:defRPr>
            </a:pPr>
            <a:r>
              <a:t>KnightCharacter.fbx: geçmişte analiz edildi, mevcut pakette yok</a:t>
            </a:r>
          </a:p>
          <a:p>
            <a:pPr>
              <a:spcAft>
                <a:spcPts val="1600"/>
              </a:spcAft>
              <a:defRPr sz="2200" b="0">
                <a:solidFill>
                  <a:srgbClr val="EBF0F6"/>
                </a:solidFill>
                <a:latin typeface="Aptos"/>
              </a:defRPr>
            </a:pPr>
            <a:r>
              <a:t>Bestiary: Imp/Puglin adayları, kullanımları doğrulanmadı</a:t>
            </a:r>
          </a:p>
          <a:p>
            <a:pPr>
              <a:spcAft>
                <a:spcPts val="1600"/>
              </a:spcAft>
              <a:defRPr sz="2200" b="0">
                <a:solidFill>
                  <a:srgbClr val="EBF0F6"/>
                </a:solidFill>
                <a:latin typeface="Aptos"/>
              </a:defRPr>
            </a:pPr>
            <a:r>
              <a:t>FBX iskeleti mevcut sahnede kullanılmıyor; prosedürel animasyon</a:t>
            </a:r>
          </a:p>
          <a:p>
            <a:pPr>
              <a:spcAft>
                <a:spcPts val="1600"/>
              </a:spcAft>
              <a:defRPr sz="2200" b="0">
                <a:solidFill>
                  <a:srgbClr val="EBF0F6"/>
                </a:solidFill>
                <a:latin typeface="Aptos"/>
              </a:defRPr>
            </a:pPr>
            <a:r>
              <a:t>Yaratıcı ve lisanslar ayrıca doğrulanmalı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73952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000" b="0">
                <a:solidFill>
                  <a:srgbClr val="96A2B1"/>
                </a:solidFill>
                <a:latin typeface="Aptos"/>
              </a:defRPr>
            </a:pPr>
            <a:r>
              <a:t>BYBLACK  •  GITHUB PRESENTATION  •  05/09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400" b="1">
                <a:solidFill>
                  <a:srgbClr val="50CDD3"/>
                </a:solidFill>
                <a:latin typeface="Aptos"/>
              </a:defRPr>
            </a:pPr>
            <a:r>
              <a:t>Termux gereksinimleri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 b="0">
                <a:solidFill>
                  <a:srgbClr val="EBF0F6"/>
                </a:solidFill>
                <a:latin typeface="Aptos"/>
              </a:defRPr>
            </a:pPr>
            <a:r>
              <a:t>ARM64 Termux • OpenJDK 21 • Gradle</a:t>
            </a:r>
          </a:p>
          <a:p>
            <a:pPr>
              <a:spcAft>
                <a:spcPts val="1600"/>
              </a:spcAft>
              <a:defRPr sz="2200" b="0">
                <a:solidFill>
                  <a:srgbClr val="EBF0F6"/>
                </a:solidFill>
                <a:latin typeface="Aptos"/>
              </a:defRPr>
            </a:pPr>
            <a:r>
              <a:t>Android SDK platform 34 • build-tools • ARM64 aapt2</a:t>
            </a:r>
          </a:p>
          <a:p>
            <a:pPr>
              <a:spcAft>
                <a:spcPts val="1600"/>
              </a:spcAft>
              <a:defRPr sz="2200" b="0">
                <a:solidFill>
                  <a:srgbClr val="EBF0F6"/>
                </a:solidFill>
                <a:latin typeface="Aptos"/>
              </a:defRPr>
            </a:pPr>
            <a:r>
              <a:t>İlk Gradle indirmelerinde internet gerekir</a:t>
            </a:r>
          </a:p>
          <a:p>
            <a:pPr>
              <a:spcAft>
                <a:spcPts val="1600"/>
              </a:spcAft>
              <a:defRPr sz="2200" b="0">
                <a:solidFill>
                  <a:srgbClr val="EBF0F6"/>
                </a:solidFill>
                <a:latin typeface="Aptos"/>
              </a:defRPr>
            </a:pPr>
            <a:r>
              <a:t>Kaynak ZIP + kurulum SH Download klasöründe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73952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000" b="0">
                <a:solidFill>
                  <a:srgbClr val="96A2B1"/>
                </a:solidFill>
                <a:latin typeface="Aptos"/>
              </a:defRPr>
            </a:pPr>
            <a:r>
              <a:t>BYBLACK  •  GITHUB PRESENTATION  •  06/09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400" b="1">
                <a:solidFill>
                  <a:srgbClr val="50CDD3"/>
                </a:solidFill>
                <a:latin typeface="Aptos"/>
              </a:defRPr>
            </a:pPr>
            <a:r>
              <a:t>Tek komutla derleme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 b="0">
                <a:solidFill>
                  <a:srgbClr val="EBF0F6"/>
                </a:solidFill>
                <a:latin typeface="Aptos"/>
              </a:defRPr>
            </a:pPr>
            <a:r>
              <a:t>bash /sdcard/Download/ByblackBattleChess-TERMUX-KUR.sh</a:t>
            </a:r>
          </a:p>
          <a:p>
            <a:pPr>
              <a:spcAft>
                <a:spcPts val="1600"/>
              </a:spcAft>
              <a:defRPr sz="2200" b="0">
                <a:solidFill>
                  <a:srgbClr val="EBF0F6"/>
                </a:solidFill>
                <a:latin typeface="Aptos"/>
              </a:defRPr>
            </a:pPr>
          </a:p>
          <a:p>
            <a:pPr>
              <a:spcAft>
                <a:spcPts val="1600"/>
              </a:spcAft>
              <a:defRPr sz="2200" b="0">
                <a:solidFill>
                  <a:srgbClr val="EBF0F6"/>
                </a:solidFill>
                <a:latin typeface="Aptos"/>
              </a:defRPr>
            </a:pPr>
            <a:r>
              <a:t>Ön kontrol → kaynak açma → Gradle build → APK kopyalama</a:t>
            </a:r>
          </a:p>
          <a:p>
            <a:pPr>
              <a:spcAft>
                <a:spcPts val="1600"/>
              </a:spcAft>
              <a:defRPr sz="2200" b="0">
                <a:solidFill>
                  <a:srgbClr val="EBF0F6"/>
                </a:solidFill>
                <a:latin typeface="Aptos"/>
              </a:defRPr>
            </a:pPr>
            <a:r>
              <a:t>Çıktı: Download/ByblackBattleChess-V132-Demo.apk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73952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000" b="0">
                <a:solidFill>
                  <a:srgbClr val="96A2B1"/>
                </a:solidFill>
                <a:latin typeface="Aptos"/>
              </a:defRPr>
            </a:pPr>
            <a:r>
              <a:t>BYBLACK  •  GITHUB PRESENTATION  •  07/09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400" b="1">
                <a:solidFill>
                  <a:srgbClr val="50CDD3"/>
                </a:solidFill>
                <a:latin typeface="Aptos"/>
              </a:defRPr>
            </a:pPr>
            <a:r>
              <a:t>Açık kaynak ve lisans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 b="0">
                <a:solidFill>
                  <a:srgbClr val="EBF0F6"/>
                </a:solidFill>
                <a:latin typeface="Aptos"/>
              </a:defRPr>
            </a:pPr>
            <a:r>
              <a:t>Kod için henüz onaylı LICENSE yok</a:t>
            </a:r>
          </a:p>
          <a:p>
            <a:pPr>
              <a:spcAft>
                <a:spcPts val="1600"/>
              </a:spcAft>
              <a:defRPr sz="2200" b="0">
                <a:solidFill>
                  <a:srgbClr val="EBF0F6"/>
                </a:solidFill>
                <a:latin typeface="Aptos"/>
              </a:defRPr>
            </a:pPr>
            <a:r>
              <a:t>Üçüncü taraf karakter lisansları doğrulanmadan yayımlanmaz</a:t>
            </a:r>
          </a:p>
          <a:p>
            <a:pPr>
              <a:spcAft>
                <a:spcPts val="1600"/>
              </a:spcAft>
              <a:defRPr sz="2200" b="0">
                <a:solidFill>
                  <a:srgbClr val="EBF0F6"/>
                </a:solidFill>
                <a:latin typeface="Aptos"/>
              </a:defRPr>
            </a:pPr>
            <a:r>
              <a:t>Kenney CC0 yalnızca örnek alternatif, oyunda kullanıldığı doğrulanmadı</a:t>
            </a:r>
          </a:p>
          <a:p>
            <a:pPr>
              <a:spcAft>
                <a:spcPts val="1600"/>
              </a:spcAft>
              <a:defRPr sz="2200" b="0">
                <a:solidFill>
                  <a:srgbClr val="EBF0F6"/>
                </a:solidFill>
                <a:latin typeface="Aptos"/>
              </a:defRPr>
            </a:pPr>
            <a:r>
              <a:t>GitHub README ve demo videosu pakete eklendi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73952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000" b="0">
                <a:solidFill>
                  <a:srgbClr val="96A2B1"/>
                </a:solidFill>
                <a:latin typeface="Aptos"/>
              </a:defRPr>
            </a:pPr>
            <a:r>
              <a:t>BYBLACK  •  GITHUB PRESENTATION  •  08/09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400" b="1">
                <a:solidFill>
                  <a:srgbClr val="50CDD3"/>
                </a:solidFill>
                <a:latin typeface="Aptos"/>
              </a:defRPr>
            </a:pPr>
            <a:r>
              <a:t>Sürüm ve sonraki adımlar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 b="0">
                <a:solidFill>
                  <a:srgbClr val="EBF0F6"/>
                </a:solidFill>
                <a:latin typeface="Aptos"/>
              </a:defRPr>
            </a:pPr>
            <a:r>
              <a:t>V132: kaynaklardan yeniden kurulan aday</a:t>
            </a:r>
          </a:p>
          <a:p>
            <a:pPr>
              <a:spcAft>
                <a:spcPts val="1600"/>
              </a:spcAft>
              <a:defRPr sz="2200" b="0">
                <a:solidFill>
                  <a:srgbClr val="EBF0F6"/>
                </a:solidFill>
                <a:latin typeface="Aptos"/>
              </a:defRPr>
            </a:pPr>
            <a:r>
              <a:t>V133: menü güncellemesi henüz kurulup test edilmedi</a:t>
            </a:r>
          </a:p>
          <a:p>
            <a:pPr>
              <a:spcAft>
                <a:spcPts val="1600"/>
              </a:spcAft>
              <a:defRPr sz="2200" b="0">
                <a:solidFill>
                  <a:srgbClr val="EBF0F6"/>
                </a:solidFill>
                <a:latin typeface="Aptos"/>
              </a:defRPr>
            </a:pPr>
            <a:r>
              <a:t>Gerçek telefonda build / oyun testi ve lisans doğrulaması gerekli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73952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000" b="0">
                <a:solidFill>
                  <a:srgbClr val="96A2B1"/>
                </a:solidFill>
                <a:latin typeface="Aptos"/>
              </a:defRPr>
            </a:pPr>
            <a:r>
              <a:t>BYBLACK  •  GITHUB PRESENTATION  •  09/09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9D2F0"/>
                </a:solidFill>
              </a:defRPr>
            </a:pPr>
            <a:r>
              <a:t>Geliştirme geçmişi | kanıtlı bilgiler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332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EEF1F6"/>
                </a:solidFill>
              </a:defRPr>
            </a:pPr>
            <a:r>
              <a:t>• V0.2: telefonda açıldı; otomatik sıfırlanma ve CAB benzerliği sorunu bildirildi.</a:t>
            </a:r>
          </a:p>
          <a:p>
            <a:pPr>
              <a:spcAft>
                <a:spcPts val="1500"/>
              </a:spcAft>
              <a:defRPr sz="1800">
                <a:solidFill>
                  <a:srgbClr val="EEF1F6"/>
                </a:solidFill>
              </a:defRPr>
            </a:pPr>
            <a:r>
              <a:t>• V6: 19 KB APK; V7: kurulum betiği Gradle projesini bulamadı.</a:t>
            </a:r>
          </a:p>
          <a:p>
            <a:pPr>
              <a:spcAft>
                <a:spcPts val="1500"/>
              </a:spcAft>
              <a:defRPr sz="1800">
                <a:solidFill>
                  <a:srgbClr val="EEF1F6"/>
                </a:solidFill>
              </a:defRPr>
            </a:pPr>
            <a:r>
              <a:t>• V8: Gradle derlemesi başarılı; 17 KB APK üretildi.</a:t>
            </a:r>
          </a:p>
          <a:p>
            <a:pPr>
              <a:spcAft>
                <a:spcPts val="1500"/>
              </a:spcAft>
              <a:defRPr sz="1800">
                <a:solidFill>
                  <a:srgbClr val="EEF1F6"/>
                </a:solidFill>
              </a:defRPr>
            </a:pPr>
            <a:r>
              <a:t>• V34-FIX2: hareketsiz taş sorunu düzeltildi, karakter görselleri yetersiz kaldı.</a:t>
            </a:r>
          </a:p>
          <a:p>
            <a:pPr>
              <a:spcAft>
                <a:spcPts val="1500"/>
              </a:spcAft>
              <a:defRPr sz="1800">
                <a:solidFill>
                  <a:srgbClr val="EEF1F6"/>
                </a:solidFill>
              </a:defRPr>
            </a:pPr>
            <a:r>
              <a:t>• V102: 16 MB APK derlendi; video testinde kamera ve animasyonlar yetersizdi.</a:t>
            </a:r>
          </a:p>
          <a:p>
            <a:pPr>
              <a:spcAft>
                <a:spcPts val="1500"/>
              </a:spcAft>
              <a:defRPr sz="1800">
                <a:solidFill>
                  <a:srgbClr val="EEF1F6"/>
                </a:solidFill>
              </a:defRPr>
            </a:pPr>
            <a:r>
              <a:t>• V130 ve V132: Gradle derlemeleri başarılı; V133 kurulup test edilmedi.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9D2F0"/>
                </a:solidFill>
              </a:defRPr>
            </a:pPr>
            <a:r>
              <a:t>Hatalar | derleme ve altyapı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332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EEF1F6"/>
                </a:solidFill>
              </a:defRPr>
            </a:pPr>
            <a:r>
              <a:t>• V7: “Çalışan Gradle projesi bulunamadı” — betik/proje yolu sorunu.</a:t>
            </a:r>
          </a:p>
          <a:p>
            <a:pPr>
              <a:spcAft>
                <a:spcPts val="1500"/>
              </a:spcAft>
              <a:defRPr sz="1800">
                <a:solidFill>
                  <a:srgbClr val="EEF1F6"/>
                </a:solidFill>
              </a:defRPr>
            </a:pPr>
            <a:r>
              <a:t>• V36: warrior(...) içinde role değişkeni iki kez tanımlandı; Java derlemesi başarısız.</a:t>
            </a:r>
          </a:p>
          <a:p>
            <a:pPr>
              <a:spcAft>
                <a:spcPts val="1500"/>
              </a:spcAft>
              <a:defRPr sz="1800">
                <a:solidFill>
                  <a:srgbClr val="EEF1F6"/>
                </a:solidFill>
              </a:defRPr>
            </a:pPr>
            <a:r>
              <a:t>• Java 21/26 denemelerinde ProtoLogNative ile ilgili uyumsuzluklar görüldü.</a:t>
            </a:r>
          </a:p>
          <a:p>
            <a:pPr>
              <a:spcAft>
                <a:spcPts val="1500"/>
              </a:spcAft>
              <a:defRPr sz="1800">
                <a:solidFill>
                  <a:srgbClr val="EEF1F6"/>
                </a:solidFill>
              </a:defRPr>
            </a:pPr>
            <a:r>
              <a:t>• Java 26 + Gradle 9.6 ile FINAL-TEST APK derlemesi başarılı oldu.</a:t>
            </a:r>
          </a:p>
          <a:p>
            <a:pPr>
              <a:spcAft>
                <a:spcPts val="1500"/>
              </a:spcAft>
              <a:defRPr sz="1800">
                <a:solidFill>
                  <a:srgbClr val="EEF1F6"/>
                </a:solidFill>
              </a:defRPr>
            </a:pPr>
            <a:r>
              <a:t>• Gradle uyarıları, derleme hatasıyla aynı şey değildir; ayrı kaydedildi.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9D2F0"/>
                </a:solidFill>
              </a:defRPr>
            </a:pPr>
            <a:r>
              <a:t>Hatalar | oyun içi testler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332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EEF1F6"/>
                </a:solidFill>
              </a:defRPr>
            </a:pPr>
            <a:r>
              <a:t>• Karakterler CAB örneğindeki görünüme ulaşmadı; 3B model iyileştirmeleri yapıldı.</a:t>
            </a:r>
          </a:p>
          <a:p>
            <a:pPr>
              <a:spcAft>
                <a:spcPts val="1500"/>
              </a:spcAft>
              <a:defRPr sz="1800">
                <a:solidFill>
                  <a:srgbClr val="EEF1F6"/>
                </a:solidFill>
              </a:defRPr>
            </a:pPr>
            <a:r>
              <a:t>• Kamera yakınlaşması ve yandan gösterim tekrar tekrar değiştirildi.</a:t>
            </a:r>
          </a:p>
          <a:p>
            <a:pPr>
              <a:spcAft>
                <a:spcPts val="1500"/>
              </a:spcAft>
              <a:defRPr sz="1800">
                <a:solidFill>
                  <a:srgbClr val="EEF1F6"/>
                </a:solidFill>
              </a:defRPr>
            </a:pPr>
            <a:r>
              <a:t>• Taşlar yere düşüyor, kayboluyor veya beklenmedik şekilde hareket ediyordu.</a:t>
            </a:r>
          </a:p>
          <a:p>
            <a:pPr>
              <a:spcAft>
                <a:spcPts val="1500"/>
              </a:spcAft>
              <a:defRPr sz="1800">
                <a:solidFill>
                  <a:srgbClr val="EEF1F6"/>
                </a:solidFill>
              </a:defRPr>
            </a:pPr>
            <a:r>
              <a:t>• Taş alma/savaş animasyonları hedeflenen kaliteye ulaşmadı.</a:t>
            </a:r>
          </a:p>
          <a:p>
            <a:pPr>
              <a:spcAft>
                <a:spcPts val="1500"/>
              </a:spcAft>
              <a:defRPr sz="1800">
                <a:solidFill>
                  <a:srgbClr val="EEF1F6"/>
                </a:solidFill>
              </a:defRPr>
            </a:pPr>
            <a:r>
              <a:t>• Model yönü, ölçek, konum; kamera, karo ve raycast üzerinde düzeltmeler denendi.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9D2F0"/>
                </a:solidFill>
              </a:defRPr>
            </a:pPr>
            <a:r>
              <a:t>Kurulum ve test sayıları | dürüst rapor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332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EEF1F6"/>
                </a:solidFill>
              </a:defRPr>
            </a:pPr>
            <a:r>
              <a:t>• Kesin APK kurulum sayısı: bilinmiyor (cihaz kurulum günlüğü yok).</a:t>
            </a:r>
          </a:p>
          <a:p>
            <a:pPr>
              <a:spcAft>
                <a:spcPts val="1500"/>
              </a:spcAft>
              <a:defRPr sz="1800">
                <a:solidFill>
                  <a:srgbClr val="EEF1F6"/>
                </a:solidFill>
              </a:defRPr>
            </a:pPr>
            <a:r>
              <a:t>• Kesin kaldırma sayısı: bilinmiyor (APK dosyasını silmek uygulamayı kaldırmak değildir).</a:t>
            </a:r>
          </a:p>
          <a:p>
            <a:pPr>
              <a:spcAft>
                <a:spcPts val="1500"/>
              </a:spcAft>
              <a:defRPr sz="1800">
                <a:solidFill>
                  <a:srgbClr val="EEF1F6"/>
                </a:solidFill>
              </a:defRPr>
            </a:pPr>
            <a:r>
              <a:t>• Toplam başarısız derleme/hata sayısı: bilinmiyor (tüm loglar toplanmadı).</a:t>
            </a:r>
          </a:p>
          <a:p>
            <a:pPr>
              <a:spcAft>
                <a:spcPts val="1500"/>
              </a:spcAft>
              <a:defRPr sz="1800">
                <a:solidFill>
                  <a:srgbClr val="EEF1F6"/>
                </a:solidFill>
              </a:defRPr>
            </a:pPr>
            <a:r>
              <a:t>• En az 2 açık derleme/kurulum hatası belgeli: V7 ve V36.</a:t>
            </a:r>
          </a:p>
          <a:p>
            <a:pPr>
              <a:spcAft>
                <a:spcPts val="1500"/>
              </a:spcAft>
              <a:defRPr sz="1800">
                <a:solidFill>
                  <a:srgbClr val="EEF1F6"/>
                </a:solidFill>
              </a:defRPr>
            </a:pPr>
            <a:r>
              <a:t>• V2–V103 arasında çok sayıda APK dosyası belgeli; dosya sayısı kurulum sayısı değildir.</a:t>
            </a:r>
          </a:p>
          <a:p>
            <a:pPr>
              <a:spcAft>
                <a:spcPts val="1500"/>
              </a:spcAft>
              <a:defRPr sz="1800">
                <a:solidFill>
                  <a:srgbClr val="EEF1F6"/>
                </a:solidFill>
              </a:defRPr>
            </a:pPr>
            <a:r>
              <a:t>• V133 henüz kurulmadı/test edilmedi; bu aşama tamamlandı olarak gösterilmez.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9D2F0"/>
                </a:solidFill>
              </a:defRPr>
            </a:pPr>
            <a:r>
              <a:t>Denemeler ve emeğin kaydı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332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EEF1F6"/>
                </a:solidFill>
              </a:defRPr>
            </a:pPr>
            <a:r>
              <a:t>• V13: kamera ve seçili taş durumuyla ilgili değişiklikler.</a:t>
            </a:r>
          </a:p>
          <a:p>
            <a:pPr>
              <a:spcAft>
                <a:spcPts val="1500"/>
              </a:spcAft>
              <a:defRPr sz="1800">
                <a:solidFill>
                  <a:srgbClr val="EEF1F6"/>
                </a:solidFill>
              </a:defRPr>
            </a:pPr>
            <a:r>
              <a:t>• V17: kamera/karo/raycast düzeltmeleri.</a:t>
            </a:r>
          </a:p>
          <a:p>
            <a:pPr>
              <a:spcAft>
                <a:spcPts val="1500"/>
              </a:spcAft>
              <a:defRPr sz="1800">
                <a:solidFill>
                  <a:srgbClr val="EEF1F6"/>
                </a:solidFill>
              </a:defRPr>
            </a:pPr>
            <a:r>
              <a:t>• V32: model döndürme, ölçek ve konum ayarları.</a:t>
            </a:r>
          </a:p>
          <a:p>
            <a:pPr>
              <a:spcAft>
                <a:spcPts val="1500"/>
              </a:spcAft>
              <a:defRPr sz="1800">
                <a:solidFill>
                  <a:srgbClr val="EEF1F6"/>
                </a:solidFill>
              </a:defRPr>
            </a:pPr>
            <a:r>
              <a:t>• V34-FIX2, V35 model varlıkları, V36 derleme hatası, V102 video incelemesi.</a:t>
            </a:r>
          </a:p>
          <a:p>
            <a:pPr>
              <a:spcAft>
                <a:spcPts val="1500"/>
              </a:spcAft>
              <a:defRPr sz="1800">
                <a:solidFill>
                  <a:srgbClr val="EEF1F6"/>
                </a:solidFill>
              </a:defRPr>
            </a:pPr>
            <a:r>
              <a:t>• V129–V132: görüntü, kamera, oyun motoru ve oynanış yamaları.</a:t>
            </a:r>
          </a:p>
          <a:p>
            <a:pPr>
              <a:spcAft>
                <a:spcPts val="1500"/>
              </a:spcAft>
              <a:defRPr sz="1800">
                <a:solidFill>
                  <a:srgbClr val="EEF1F6"/>
                </a:solidFill>
              </a:defRPr>
            </a:pPr>
            <a:r>
              <a:t>• Her sürümün APK, kaynak, video ve derleme logu ile izlenmesi önerilir.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